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52C46"/>
          </a:solidFill>
          <a:ln w="12700">
            <a:solidFill>
              <a:srgbClr val="152C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0"/>
            <a:ext cx="109728" cy="514350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AI+X实验班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真实项目选择与分组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启动方案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  执行版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73A"/>
                </a:solidFill>
              </a:rPr>
              <a:t>5-7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B4CC"/>
                </a:solidFill>
              </a:rPr>
              <a:t>自然日完成分组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38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B4CC"/>
                </a:solidFill>
              </a:rPr>
              <a:t>个真实项目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6309360" cy="384048"/>
          </a:xfrm>
          <a:prstGeom prst="rect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7548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BA4"/>
                </a:solidFill>
              </a:rPr>
              <a:t>AI+X实验班  项目协同组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  |  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五步走，7天内完成组队并启动G1提案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658368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发布推荐项目池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  |  筛选项目 + 群公告预热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64008" cy="658368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1920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项目宣讲会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1945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 |  负责人3分钟介绍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06040"/>
            <a:ext cx="64008" cy="65836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697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意向征集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29718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2–3  |  全员提交意向表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64008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25880" y="3474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组队匹配与确认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 |  3–5人技能互补小组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60520"/>
            <a:ext cx="64008" cy="6583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25880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G1提案督导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5262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5–7  |  背书请求 + 进度追踪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整体时间线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建议在 5–7 个自然日内完成全部流程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2240280"/>
            <a:ext cx="27432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566160" y="2240280"/>
            <a:ext cx="27432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257800" y="2240280"/>
            <a:ext cx="27432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949440" y="2240280"/>
            <a:ext cx="27432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" y="960120"/>
            <a:ext cx="1508760" cy="41148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371600"/>
            <a:ext cx="54864" cy="256032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发布项目池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项目池文件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群公告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" y="3520440"/>
            <a:ext cx="1371600" cy="274320"/>
          </a:xfrm>
          <a:prstGeom prst="rect">
            <a:avLst/>
          </a:prstGeom>
          <a:solidFill>
            <a:srgbClr val="E8773A">
              <a:alpha val="10000"/>
            </a:srgbClr>
          </a:solidFill>
          <a:ln w="6350">
            <a:solidFill>
              <a:srgbClr val="E87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960120"/>
            <a:ext cx="1508760" cy="41148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0" y="1371600"/>
            <a:ext cx="54864" cy="256032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宣讲会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0312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2140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2140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录屏+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要点速记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84832" y="3520440"/>
            <a:ext cx="1371600" cy="274320"/>
          </a:xfrm>
          <a:prstGeom prst="rect">
            <a:avLst/>
          </a:prstGeom>
          <a:solidFill>
            <a:srgbClr val="3B5FC0">
              <a:alpha val="10000"/>
            </a:srgbClr>
          </a:solidFill>
          <a:ln w="6350">
            <a:solidFill>
              <a:srgbClr val="3B5F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协同组+沉淀组+传播组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03320" y="960120"/>
            <a:ext cx="1508760" cy="41148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2–3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0332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03320" y="1371600"/>
            <a:ext cx="54864" cy="25603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1304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意向征集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9476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1304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1304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全员填写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意向表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76472" y="3520440"/>
            <a:ext cx="1371600" cy="274320"/>
          </a:xfrm>
          <a:prstGeom prst="rect">
            <a:avLst/>
          </a:prstGeom>
          <a:solidFill>
            <a:srgbClr val="4CAF82">
              <a:alpha val="10000"/>
            </a:srgbClr>
          </a:solidFill>
          <a:ln w="6350">
            <a:solidFill>
              <a:srgbClr val="4CAF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7647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全体同学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4960" y="960120"/>
            <a:ext cx="150876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9496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94960" y="1371600"/>
            <a:ext cx="54864" cy="2560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468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组队匹配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0468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0468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最终分组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名单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68112" y="3520440"/>
            <a:ext cx="1371600" cy="274320"/>
          </a:xfrm>
          <a:prstGeom prst="rect">
            <a:avLst/>
          </a:prstGeom>
          <a:solidFill>
            <a:srgbClr val="9B59B6">
              <a:alpha val="10000"/>
            </a:srgbClr>
          </a:solidFill>
          <a:ln w="635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6811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086600" y="960120"/>
            <a:ext cx="150876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5–7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8660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086600" y="1371600"/>
            <a:ext cx="54864" cy="2560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9632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G1督导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17804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9632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9632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G1背书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59752" y="3520440"/>
            <a:ext cx="1371600" cy="274320"/>
          </a:xfrm>
          <a:prstGeom prst="rect">
            <a:avLst/>
          </a:prstGeom>
          <a:solidFill>
            <a:srgbClr val="E53E3E">
              <a:alpha val="10000"/>
            </a:srgbClr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975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各项目组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 发布推荐项目池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41148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58368"/>
            <a:ext cx="54864" cy="416052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筛选原则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078992"/>
            <a:ext cx="320040" cy="3200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78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06070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校内教育教学支持类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智写助手、四级批改等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320040" cy="3200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企业真实业务类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AI编程诊断、模拟面试智能体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93008"/>
            <a:ext cx="320040" cy="32004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依赖硬件/超长周期项目（标注前置条件）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保留但标注"数据限制"，学生自主判断可行性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658368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658368"/>
            <a:ext cx="54864" cy="192024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731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推荐项目清单字段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07899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项目编号（沿用原序号）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132588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项目名称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157276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所属单位（校内/企业）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181965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一句话痛点描述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06654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预期产出形式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31343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需要的角色（开发/文档/测试/设计）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数据可获得性（开放/脱敏/仅模拟）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743200"/>
            <a:ext cx="4114800" cy="2075688"/>
          </a:xfrm>
          <a:prstGeom prst="rect">
            <a:avLst/>
          </a:prstGeom>
          <a:solidFill>
            <a:srgbClr val="FFF8F0"/>
          </a:solidFill>
          <a:ln w="10160">
            <a:solidFill>
              <a:srgbClr val="E8773A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群公告预热文案要点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从38个项目筛选15-20个作为推荐项目池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529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本周宣讲会邀请项目负责人亲述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904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推荐项目池不是唯一可选清单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4279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提前浏览，锁定1-3个感兴趣的项目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优质学生自主项目可于Day 0前提交申请，经肖博士评估后纳入项目池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 项目宣讲会（线上）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58368"/>
            <a:ext cx="54864" cy="141732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准备事项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042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邀请推荐池内所有项目负责人（优先交付清晰、有配合意愿）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确定腾讯会议链接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要求各项目方宣讲前1天提交"一页纸材料"：已有技术储备 / 是否有原型 / 技术难点及突破思路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安排成果沉淀组录屏+做简要笔记；班级文化与传播组同步参与，为后期宣传做准备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3931920" cy="2624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94560"/>
            <a:ext cx="54864" cy="2624328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58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宣讲会流程（总时长 ≤ 90分钟，未入推荐池项目以卡片文档呈现供自主阅读）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914400" cy="256032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33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0–5min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304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项目协同组组长介绍整体分组流程和时间线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19272"/>
            <a:ext cx="914400" cy="256032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5–80min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每个项目负责人3分钟介绍：痛点→产出→需要的人→工作量（结合"一页纸材料"展示）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914400" cy="256032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80–90min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Q&amp;A，可按项目建临时小群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658368"/>
            <a:ext cx="43434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658368"/>
            <a:ext cx="54864" cy="41605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731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会后产出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17720" y="1115568"/>
            <a:ext cx="4069080" cy="1417320"/>
          </a:xfrm>
          <a:prstGeom prst="rect">
            <a:avLst/>
          </a:prstGeom>
          <a:solidFill>
            <a:srgbClr val="F0FBF5"/>
          </a:solidFill>
          <a:ln w="6350">
            <a:solidFill>
              <a:srgbClr val="4CAF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07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录制视频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15361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上传至班级网盘或群文件，供缺席同学补看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807208"/>
            <a:ext cx="4069080" cy="1417320"/>
          </a:xfrm>
          <a:prstGeom prst="rect">
            <a:avLst/>
          </a:prstGeom>
          <a:solidFill>
            <a:srgbClr val="F0FBF5"/>
          </a:solidFill>
          <a:ln w="6350">
            <a:solidFill>
              <a:srgbClr val="4CAF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898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项目宣讲要点速记表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2278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项目名称 / 核心需求 / 所需技能 / 联系人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全项目卡片文档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未入宣讲的项目整理为卡片文档，发布群内供全员自主阅读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 学生意向征集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2–3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设计《项目选择意向表》，腾讯文档/问卷星发布，Day 3 晚24:00截止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1371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是否必填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姓名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真实姓名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项目编号+名称，只填1个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首选理由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≥20字，帮助组长判断匹配度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备选项目1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首选名额满时的第二志愿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备选项目2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第三志愿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愿意承担的角色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开发/测试/文档/设计/协调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当前具备的能力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具体技术或软技能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每周可投入时间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预估小时数，建议≥6h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 项目组匹配与确认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41605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58368"/>
            <a:ext cx="54864" cy="4160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匹配原则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347472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789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0607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每组人数控制在 3–5 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（太少难出成果，太多协调成本高）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347472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7510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9568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优先满足首选志愿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首选超5人时按"理由+能力"筛选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347472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712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8529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每组至少具备三种角色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代码实现 + 文档记录 + 测试验证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347472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建议指定意向最明确或能力较全面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的同学担任组长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658368"/>
            <a:ext cx="40690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658368"/>
            <a:ext cx="54864" cy="416052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7315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发布与调整流程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106424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106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0368" y="10789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导出意向表，统计各项目首选人数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1673352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按原则进行匹配，形成《初版分组名单》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240280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30368" y="22128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班级群发布初版分组，开放24小时换组窗口（最终名单锁定后不再受理）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2807208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27797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换组规则：最终名单发布后仅开放24小时窗口；须满足"双方自愿 + 双方组长同意 + 协同组审批"三个条件；全程只能换组一次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3374136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33467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窗口期结束后发布最终版名单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3941064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30368" y="3913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各项目组 2天内报备组长联系方式，建立组长群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  启动G1提案督导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5–7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8503920" cy="384048"/>
          </a:xfrm>
          <a:prstGeom prst="rect">
            <a:avLst/>
          </a:prstGeom>
          <a:solidFill>
            <a:srgbClr val="FFF3F0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每个真实项目作为一个挑战任务（对应C8/C9），须经历  G1提案 → G2验证 → G3评审  流程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1645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207008"/>
            <a:ext cx="41148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207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2070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提供G1提案模板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159105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包含：要解决什么问题 / 凭什么有效 / 目标Level与预期产出 / 依赖与风险 / 失败备选方案 / 组员分工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1155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15568"/>
            <a:ext cx="54864" cy="164592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07008"/>
            <a:ext cx="411480" cy="27432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207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2070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要求5天内发起背书请求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7448" y="159105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分组名单锁定后5天内，在群内公开发起G1背书请求，@至少1名同伴+1名老师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44368"/>
            <a:ext cx="54864" cy="1645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035808"/>
            <a:ext cx="411480" cy="2743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35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3035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追踪进度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" y="341985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制作《G1提案进度跟踪表》，对未发起背书请求的小组及时提醒，确保不落单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29443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944368"/>
            <a:ext cx="54864" cy="16459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7448" y="3035808"/>
            <a:ext cx="411480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035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035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背书后才能进入开发阶段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27448" y="341985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获得背书的项目组方可进入后续开发阶段，继续使用班级资源（GPU/API额度等）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注意事项  |  协作与保障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13232"/>
            <a:ext cx="4114800" cy="420624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58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跨组协作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与学习推进组、成果沉淀组紧密配合——学习推进组负责提醒按时提交，成果沉淀组负责收录优秀案例。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71323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713232"/>
            <a:ext cx="4114800" cy="420624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58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处理未认领项目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2529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对迟迟无法组队或无人认领的项目，在班级内部发起"项目补位招募"，或与项目发起方沟通降低门槛。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2491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24912"/>
            <a:ext cx="4114800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70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保护选择权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尽量不强制指派，尊重兴趣才能产生高质量产出。先用意向表引导自主选择，确实无法匹配再协商。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72491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724912"/>
            <a:ext cx="4114800" cy="42062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770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建立组长群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23697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每一组须在最终分组后2天内，向项目协同组报备组长联系方式，便于后续通知和动员。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附录1  G1提案简易模板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85800"/>
            <a:ext cx="54864" cy="1280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要解决什么真实问题？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100字左右，说清谁在什么场景下遇到了什么困难；简述目标用户画像（1-2句）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21408"/>
            <a:ext cx="54864" cy="128016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凭什么觉得这个方向有效？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参考论文/开源项目 + 列举1-2款现有产品的不足 + 初步判断为何本方案更有效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557016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57016"/>
            <a:ext cx="54864" cy="128016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484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预期产出与目标Level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1421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产出形式（Web应用/Agent/报告/数据集）+ 目标Level（L2/L3）+ 关键验收指标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68580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685800"/>
            <a:ext cx="54864" cy="12801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资源与风险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预估API费用（超¥70需肖博士审批）+ 技术/人员/进度三类风险各1条 + 失败备用方案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121408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21408"/>
            <a:ext cx="54864" cy="12801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组员分工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5786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| 角色 | 主要职责（表格形式）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附录2  G1背书请求发言模板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分组名单锁定后5天内，每个项目组须在班级群内发起背书请求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8229600" cy="3246120"/>
          </a:xfrm>
          <a:prstGeom prst="rect">
            <a:avLst/>
          </a:prstGeom>
          <a:solidFill>
            <a:srgbClr val="F0F4FF"/>
          </a:solidFill>
          <a:ln w="15240">
            <a:solidFill>
              <a:srgbClr val="3B5FC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87552"/>
            <a:ext cx="1828800" cy="329184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群内发言示例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7772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#项目背书请求 C8-XX项目 / G1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@同伴  @指导老师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我们项目组（成员：张三、李四、王五）已完成G1提案，现请求背书。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提案链接：[在线文档/GitHub链接]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目标Level：L2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关键判断点：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是否解决了真实痛点？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技术方案是否可行？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请两位审阅并给出反馈，谢谢！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FFBEB"/>
          </a:solidFill>
          <a:ln w="10160">
            <a:solidFill>
              <a:srgbClr val="F6A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3434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获得背书后，方可进入开发阶段并申请班级资源（GPU / API额度）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52C46"/>
          </a:solidFill>
          <a:ln w="12700">
            <a:solidFill>
              <a:srgbClr val="152C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09728" cy="514350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真实项目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5步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清晰流程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566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7天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7432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完成分组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097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B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让每位同学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157276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基于兴趣与能力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21488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主动选择真实项目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B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尊重兴趣，才能产生高质量产出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3337560"/>
            <a:ext cx="2286000" cy="54864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749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B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AI+X实验班  项目协同组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4069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项目协同组组长执行版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AI+X实验班真实项目选择与分组启动方案</dc:title>
  <dc:subject>PptxGenJS Presentation</dc:subject>
  <dc:creator>PptxGenJS</dc:creator>
  <cp:lastModifiedBy>PptxGenJS</cp:lastModifiedBy>
  <cp:revision>1</cp:revision>
  <dcterms:created xsi:type="dcterms:W3CDTF">2026-05-07T08:53:44Z</dcterms:created>
  <dcterms:modified xsi:type="dcterms:W3CDTF">2026-05-07T08:53:44Z</dcterms:modified>
</cp:coreProperties>
</file>